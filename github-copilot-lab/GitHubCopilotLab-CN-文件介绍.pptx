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613767"/>
          </a:xfrm>
          <a:prstGeom prst="roundRect">
            <a:avLst>
              <a:gd name="adj" fmla="val 20692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00.GitHubCopilotLab.md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 总览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整个中文 Lab 目录的导航页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汇总 01-09 所有实验文件，帮助读者快速理解学习路径与模块关系。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831925"/>
          </a:xfrm>
          <a:prstGeom prst="roundRect">
            <a:avLst>
              <a:gd name="adj" fmla="val 9706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966639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列出当前中文目录中的所有实验编号、文件名与内容概述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适合作为培训开场页或课程导航页使用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让读者先建立 GitHub Copilot 功能版图，再进入具体实验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4069259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4231184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408884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github-copilot-lab/lab/cn/00.GitHubCopilotLab.md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这是目录页，重点价值是建立整体认知和学习顺序。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先展示中文目录结构，说明整个培训将覆盖的主题范围。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再快速浏览 01-09 文件名，建立后续学习路径。</a:t>
            </a:r>
            <a:endParaRPr lang="en-US" sz="9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01.CopilotAgent.md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Agent 模式从 PRD 到项目初始化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927795"/>
          </a:xfrm>
          <a:prstGeom prst="roundRect">
            <a:avLst>
              <a:gd name="adj" fmla="val 1642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39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 GitHub Copilot 的基础能力，并通过旅游网站案例演示如何生成 PRD、初始化项目与创建组件。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309217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471142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782193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3012579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先用自然语言生成完整 PRD，明确页面功能和技术栈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再根据 PRD 初始化项目结构并创建前端页面骨架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帮助学员理解 Agent 模式如何把需求逐步转为代码成果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881438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4043363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221063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github-copilot-lab/lab/cn/01.CopilotAgent.md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309217"/>
            <a:ext cx="2284214" cy="1220837"/>
          </a:xfrm>
          <a:prstGeom prst="roundRect">
            <a:avLst>
              <a:gd name="adj" fmla="val 1456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309217"/>
            <a:ext cx="0" cy="1220837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486918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696468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这是入门实验，展示 Copilot 从需求描述到项目落地的完整链路。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现场输入一个旅游网站需求，让 Copilot 先生成 PRD。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继续让 Copilot 按 PRD 初始化项目并创建首个页面组件。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02.PlanMode.md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Mode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先规划，再实施的结构化开发流程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 Plan Mode 的价值：先探索代码库、识别方案与风险，再确认实施步骤，减少返工。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强调先理解项目结构和需求范围，再进入编码阶段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适合新增功能、跨文件改动、架构选择等复杂任务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通过“搜索与筛选功能”案例演示如何审阅并确认计划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github-copilot-lab/lab/cn/02.PlanMode.md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核心信息是把“直接写代码”升级为“先形成可审阅方案”。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先给一个跨文件需求，触发 Copilot 进入 Plan 模式。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展示计划输出后，再确认并进入实施阶段。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03.AgentSkill.md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通过技能文件扩展 Copilot 的专门能力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 Agent Skills 的概念、启用方式和技能安装流程，并用社区 pptx 技能作为案例。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本质是带有说明、脚本和资源的能力包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支持放在个人目录或项目目录，便于共享和复用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通过实际安装技能，体验自动匹配与调用的工作流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github-copilot-lab/lab/cn/03.AgentSkill.md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该文件重点说明 Copilot 如何通过模块化技能扩展任务处理范围。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展示一个技能目录结构，说明 SKILL.md 与脚本资源的关系。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再演示安装或触发一次技能，让学员看到自动调用效果。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613767"/>
          </a:xfrm>
          <a:prstGeom prst="roundRect">
            <a:avLst>
              <a:gd name="adj" fmla="val 20692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04.CustomInstructions.md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 Copilot 持续注入项目规范与偏好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 copilot-instructions.md 与语言专用 instruction 文件如何约束生成风格与行为。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创建全局 instruction 与 TypeScript 专用 instruction 文件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applyTo 前置配置，将规则绑定到特定文件类型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验证解释代码时，Copilot 会自动引用这些规则文件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github-copilot-lab/lab/cn/04.CustomInstructions.md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重点在于让 Copilot 长期遵守团队规范，而不是每次重复输入约束。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先打开 instruction 文件，说明规则如何组织。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再让 Copilot 解释一段代码，验证规则已被自动应用。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05.CustomAgent.md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Agent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封装专用角色、工具和流程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说明如何通过 .agent.md 文件定义自定义 Agent，并结合 Web2MD、Outline 等场景复用能力。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Agent 可以绑定角色描述、工具集合与执行步骤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适合把常用工作流沉淀为固定模式，减少重复配置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案例展示了网页转 Markdown 与内容提纲生成等任务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github-copilot-lab/lab/cn/05.CustomAgent.md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这类文件关注“模式复用”，本质上是在复用一套高频协作流程。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展示一个 .agent.md 文件，讲清角色、工具和步骤定义。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现场调用一次自定义 Agent，完成固定工作流任务。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06.MCPServer.md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 Copilot 连接外部工具与数据源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 MCP Server 的定位，并通过 GitHub MCP Server 演示 issue 查询、创建和仓库协作。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2025253"/>
          </a:xfrm>
          <a:prstGeom prst="roundRect">
            <a:avLst>
              <a:gd name="adj" fmla="val 8779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115996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 MCP 如何按需提供上下文和工具能力，而不是静态提示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演示在 VS Code 中配置 mcp.json 并启动 GitHub MCP Server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案例覆盖 commit、issue 查询、新 issue 创建等常用操作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4262586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4424511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602212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github-copilot-lab/lab/cn/06.MCPServer.md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46609"/>
          </a:xfrm>
          <a:prstGeom prst="roundRect">
            <a:avLst>
              <a:gd name="adj" fmla="val 12291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46609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该文件说明 Copilot 不只是聊天助手，也能通过 MCP 直接操作外部系统。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83943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45868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122093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先展示 mcp.json 配置，说明工具如何被注册。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再调用 GitHub MCP Server 查询 issue 或创建一条记录。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613767"/>
          </a:xfrm>
          <a:prstGeom prst="roundRect">
            <a:avLst>
              <a:gd name="adj" fmla="val 20692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07.Copilot-CLIAgent.md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 Sessions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在后台运行 Agent 会话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 VS Code 中基于 Copilot CLI 的后台 Agent 会话，包括隔离模式、交接机制和终端集成。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Worktree 与 Workspace 两种隔离模式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可以把本地 Agent 或 Plan 会话交接到后台继续执行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适合范围清晰、耗时较长且无需频繁交互的任务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github-copilot-lab/lab/cn/07.Copilot-CLIAgent.md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重点价值是把 Agent 执行从前台对话扩展到后台自治处理。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先发起一个需要较长时间的任务，说明为何适合后台执行。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再展示会话交接到后台后的执行状态与结果查看方式。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08.ReviewAgent.md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Agent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Copilot 自动审查 Pull Request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 Review Agent 如何读取 PR diff 与上下文，输出结构化、可执行的代码审查意见。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638598"/>
          </a:xfrm>
          <a:prstGeom prst="roundRect">
            <a:avLst>
              <a:gd name="adj" fmla="val 10851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773311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聚焦高风险问题，如安全、性能、可维护性与测试覆盖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通过创建带缺陷代码和 PR，演示 Request review from Copilot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帮助团队把代码评审流程标准化、自动化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875931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4037856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215557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github-copilot-lab/lab/cn/08.ReviewAgent.md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这个文件强调 Copilot 在代码质量把关中的协作价值。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准备一个带缺陷的 PR 或 diff，发起 Copilot Review。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重点解读返回意见中的高风险问题和可执行建议。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158901" cy="5143500"/>
          </a:xfrm>
          <a:prstGeom prst="rect">
            <a:avLst/>
          </a:prstGeom>
          <a:solidFill>
            <a:srgbClr val="0F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2139851" y="0"/>
            <a:ext cx="0" cy="5143500"/>
          </a:xfrm>
          <a:prstGeom prst="line">
            <a:avLst/>
          </a:prstGeom>
          <a:noFill/>
          <a:ln w="38100">
            <a:solidFill>
              <a:srgbClr val="2A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4800" y="355550"/>
            <a:ext cx="159334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NOTE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4800" y="876151"/>
            <a:ext cx="1593342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04800" y="1612553"/>
            <a:ext cx="1562100" cy="433834"/>
          </a:xfrm>
          <a:prstGeom prst="roundRect">
            <a:avLst>
              <a:gd name="adj" fmla="val 29274"/>
            </a:avLst>
          </a:prstGeom>
          <a:solidFill>
            <a:srgbClr val="1533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39503"/>
            <a:ext cx="128244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CFE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09.CopilotCLI.md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4800" y="4313634"/>
            <a:ext cx="1562100" cy="0"/>
          </a:xfrm>
          <a:prstGeom prst="line">
            <a:avLst/>
          </a:prstGeom>
          <a:noFill/>
          <a:ln w="9525">
            <a:solidFill>
              <a:srgbClr val="3556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800" y="4470797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4654748"/>
            <a:ext cx="1593342" cy="18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中文实验培训讲稿页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9002" y="1117997"/>
            <a:ext cx="6324749" cy="0"/>
          </a:xfrm>
          <a:prstGeom prst="line">
            <a:avLst/>
          </a:prstGeom>
          <a:noFill/>
          <a:ln w="19050">
            <a:solidFill>
              <a:srgbClr val="18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9002" y="304800"/>
            <a:ext cx="6451244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9002" y="771971"/>
            <a:ext cx="64512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6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在终端中使用自然语言驱动开发任务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89002" y="1254472"/>
            <a:ext cx="6324749" cy="728960"/>
          </a:xfrm>
          <a:prstGeom prst="roundRect">
            <a:avLst>
              <a:gd name="adj" fmla="val 20906"/>
            </a:avLst>
          </a:prstGeom>
          <a:solidFill>
            <a:srgbClr val="12304F"/>
          </a:solidFill>
          <a:ln w="9525">
            <a:solidFill>
              <a:srgbClr val="28527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50927" y="1390948"/>
            <a:ext cx="61209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课程定位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50927" y="1648123"/>
            <a:ext cx="6120917" cy="198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EE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介绍 Copilot CLI 的基本使用方式，重点展示安装、登录、命令列表和 review 文件等能力。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9002" y="2110383"/>
            <a:ext cx="3888135" cy="1445270"/>
          </a:xfrm>
          <a:prstGeom prst="roundRect">
            <a:avLst>
              <a:gd name="adj" fmla="val 12302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76227" y="2272308"/>
            <a:ext cx="35839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D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建议讲解提纲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76227" y="2583359"/>
            <a:ext cx="3583957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FC0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建议按以下 3 个重点展开讲解，并结合现场演示说明价值。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76227" y="2813745"/>
            <a:ext cx="3513683" cy="57998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在终端中通过自然语言完成命令生成与代码审查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演示使用 review @文件路径 对已有代码执行检查</a:t>
            </a:r>
            <a:endParaRPr lang="en-US" sz="1050" dirty="0"/>
          </a:p>
          <a:p>
            <a:pPr algn="l" marL="114300" indent="-114300">
              <a:lnSpc>
                <a:spcPts val="1523"/>
              </a:lnSpc>
              <a:buSzPct val="100000"/>
              <a:buChar char="•"/>
            </a:pPr>
            <a:r>
              <a:rPr lang="en-US" sz="1050" dirty="0">
                <a:solidFill>
                  <a:srgbClr val="E7E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适合喜欢终端工作流的开发者快速接入 Copilot 能力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89002" y="3682603"/>
            <a:ext cx="3888135" cy="679252"/>
          </a:xfrm>
          <a:prstGeom prst="roundRect">
            <a:avLst>
              <a:gd name="adj" fmla="val 22436"/>
            </a:avLst>
          </a:prstGeom>
          <a:solidFill>
            <a:srgbClr val="0C1A2F"/>
          </a:solidFill>
          <a:ln w="9525">
            <a:solidFill>
              <a:srgbClr val="35679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76227" y="3844528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参考文件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6227" y="4022229"/>
            <a:ext cx="358395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B9D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github-copilot-lab/lab/cn/09.CopilotCLI.md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29536" y="2110383"/>
            <a:ext cx="2284214" cy="1419671"/>
          </a:xfrm>
          <a:prstGeom prst="roundRect">
            <a:avLst>
              <a:gd name="adj" fmla="val 12524"/>
            </a:avLst>
          </a:prstGeom>
          <a:solidFill>
            <a:srgbClr val="1F3D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567636" y="2110383"/>
            <a:ext cx="0" cy="1419671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3437" y="2288084"/>
            <a:ext cx="18896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b="1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讲师提示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83437" y="2497634"/>
            <a:ext cx="188966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3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这一页对应终端场景，突出 Copilot 从编辑器扩展到命令行环境。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29536" y="3657005"/>
            <a:ext cx="2284214" cy="1257895"/>
          </a:xfrm>
          <a:prstGeom prst="roundRect">
            <a:avLst>
              <a:gd name="adj" fmla="val 14135"/>
            </a:avLst>
          </a:prstGeom>
          <a:solidFill>
            <a:srgbClr val="10243F"/>
          </a:solidFill>
          <a:ln w="9525">
            <a:solidFill>
              <a:srgbClr val="2245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16762" y="3818930"/>
            <a:ext cx="19479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BD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16762" y="4095155"/>
            <a:ext cx="1909762" cy="65782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在终端中输入自然语言请求，让 Copilot 生成命令。</a:t>
            </a:r>
            <a:endParaRPr lang="en-US" sz="960" dirty="0"/>
          </a:p>
          <a:p>
            <a:pPr algn="l" marL="101600" indent="-101600">
              <a:lnSpc>
                <a:spcPts val="1296"/>
              </a:lnSpc>
              <a:buSzPct val="100000"/>
              <a:buChar char="•"/>
            </a:pPr>
            <a:r>
              <a:rPr lang="en-US" sz="960" dirty="0">
                <a:solidFill>
                  <a:srgbClr val="DF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再用 review @文件路径 演示终端内的代码检查流程。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GitHub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Lab 中文文件介绍</dc:title>
  <dc:subject>GitHub Copilot Lab 中文文件介绍</dc:subject>
  <dc:creator>GitHub Copilot</dc:creator>
  <cp:lastModifiedBy>GitHub Copilot</cp:lastModifiedBy>
  <cp:revision>1</cp:revision>
  <dcterms:created xsi:type="dcterms:W3CDTF">2026-03-09T16:21:26Z</dcterms:created>
  <dcterms:modified xsi:type="dcterms:W3CDTF">2026-03-09T16:21:26Z</dcterms:modified>
</cp:coreProperties>
</file>